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跨模态教学辅助系统 - 测试材料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用于验证多模态输入处理模块</a:t>
            </a:r>
          </a:p>
          <a:p/>
          <a:p>
            <a:r>
              <a:t>生成日期: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牛顿第二定律核心要点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力是改变物体运动状态的原因</a:t>
            </a:r>
          </a:p>
          <a:p>
            <a:pPr/>
            <a:r>
              <a:t>• 加速度与合外力成正比 (F = ma)</a:t>
            </a:r>
          </a:p>
          <a:p>
            <a:pPr/>
            <a:r>
              <a:t>• 加速度与质量成反比</a:t>
            </a:r>
          </a:p>
          <a:p>
            <a:pPr/>
            <a:r>
              <a:t>• 适用于惯性参考系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emp_for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图1：力、质量、加速度关系示意图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89"/>
            </a:pPr>
            <a:r>
              <a:t>【混合页面】</a:t>
            </a:r>
          </a:p>
          <a:p/>
          <a:p>
            <a:r>
              <a:t>光反应发生在类囊体膜上，将光能转化为 ATP 和 NADPH。暗反应在叶绿体基质中进行，利用 ATP 和 NADPH 将 CO₂ 固定为糖类。</a:t>
            </a:r>
          </a:p>
        </p:txBody>
      </p:sp>
      <p:pic>
        <p:nvPicPr>
          <p:cNvPr id="3" name="Picture 2" descr="_temp_photo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